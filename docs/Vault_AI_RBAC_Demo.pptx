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Vault AI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657600" y="2834640"/>
            <a:ext cx="1828800" cy="7315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B61FF"/>
                </a:solidFill>
              </a:rPr>
              <a:t>Enterprise Secrets Management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Secure by Design: RBAC &amp; Policy Enforcement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2E"/>
                </a:solidFill>
              </a:rPr>
              <a:t>Traditional Pain Points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6576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Engineers struggle to find secrets across complex hierarchies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Manual navigation through nested paths is error-prone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No natural language interface for common operations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Context switching between tools slows productivity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2E"/>
                </a:solidFill>
              </a:rPr>
              <a:t>The Risk with AI + Secrets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36576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6459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AI assistants need guardrails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Users might accidentally access unauthorized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Privilege escalation concerns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3200400"/>
            <a:ext cx="3931920" cy="731520"/>
          </a:xfrm>
          <a:prstGeom prst="rect">
            <a:avLst>
              <a:gd name="adj" fmla="val 6250"/>
            </a:avLst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32461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"AI should help users access secrets they're authorized to see—not bypass security controls"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Vault AI Solution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731520"/>
          </a:xfrm>
          <a:prstGeom prst="rect">
            <a:avLst>
              <a:gd name="adj" fmla="val 12500"/>
            </a:avLst>
          </a:prstGeom>
          <a:solidFill>
            <a:srgbClr val="F8F7FC"/>
          </a:solidFill>
          <a:ln w="25400">
            <a:solidFill>
              <a:srgbClr val="7B6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143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2E"/>
                </a:solidFill>
              </a:rPr>
              <a:t>Browser (React SPA)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User authenticates with Vault token stored in sessionStorage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61FF"/>
                </a:solidFill>
              </a:rPr>
              <a:t>▼ Uses USER'S token 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194560"/>
            <a:ext cx="6400800" cy="731520"/>
          </a:xfrm>
          <a:prstGeom prst="rect">
            <a:avLst>
              <a:gd name="adj" fmla="val 12500"/>
            </a:avLst>
          </a:prstGeom>
          <a:solidFill>
            <a:srgbClr val="2D2D44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240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MCP Proxy + Claude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Processes natural language → Vault API calls (passes through user token)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61FF"/>
                </a:solidFill>
              </a:rPr>
              <a:t>▼ X-Vault-Token header 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291840"/>
            <a:ext cx="6400800" cy="731520"/>
          </a:xfrm>
          <a:prstGeom prst="rect">
            <a:avLst>
              <a:gd name="adj" fmla="val 12500"/>
            </a:avLst>
          </a:prstGeom>
          <a:solidFill>
            <a:srgbClr val="1C1C2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HashiCorp Vault Server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</a:rPr>
              <a:t>Policy enforcement at API level: Allowed → Returns secret | Denied → 403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502920"/>
          </a:xfrm>
          <a:prstGeom prst="rect">
            <a:avLst>
              <a:gd name="adj" fmla="val 9091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42519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Insight: AI operations inherit the user's permissions—no privilege escalation possible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Demo Personas - Five Enterprise Roles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2560320"/>
                <a:gridCol w="237744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Access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Restricted From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api-developer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API Team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API Gateway, Third-party APIs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Database secrets, Infrastructure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dba-admin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Database Team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database credentials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API keys, Cloud infrastructure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security-analyst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Security Team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Certificates, Audit (read-only)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Cannot modify anything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devops-engineer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DevOps Team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Infrastructure, CI/CD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Payment systems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platform-engineer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Platform Team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Shared configs, Notifications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Security secrets, Payments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Policy Example - API Developer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What They CAN Access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4114800" cy="2560320"/>
          </a:xfrm>
          <a:prstGeom prst="rect">
            <a:avLst>
              <a:gd name="adj" fmla="val 1786"/>
            </a:avLst>
          </a:prstGeom>
          <a:solidFill>
            <a:srgbClr val="1C1C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API Gateway - full access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"applications/data/api-gateway/*"
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capabilities = ["create", "read",
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"update", "delete", "list"]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Third-party APIs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"third-party/data/ai/*"
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capabilities = ["read", "list"]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What They CANNOT Access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508760"/>
            <a:ext cx="4114800" cy="2560320"/>
          </a:xfrm>
          <a:prstGeom prst="rect">
            <a:avLst>
              <a:gd name="adj" fmla="val 1786"/>
            </a:avLst>
          </a:prstGeom>
          <a:solidFill>
            <a:srgbClr val="1C1C2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0020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Explicit denial - database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"applications/data/*/database"
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capabilities = ["deny"]
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infrastructure access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"infrastructure/*"
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capabilities = ["deny"]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0" y="228600"/>
            <a:ext cx="1828800" cy="411480"/>
          </a:xfrm>
          <a:prstGeom prst="rect">
            <a:avLst>
              <a:gd name="adj" fmla="val 4444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228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1FF"/>
                </a:solidFill>
              </a:rPr>
              <a:t>api-developer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ALLOWED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9875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Demo 1: Authorized Access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457200"/>
          </a:xfrm>
          <a:prstGeom prst="rect">
            <a:avLst>
              <a:gd name="adj" fmla="val 6000"/>
            </a:avLst>
          </a:prstGeom>
          <a:solidFill>
            <a:srgbClr val="F8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53312"/>
            <a:ext cx="73152" cy="457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5331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"Show me the API Gateway OAuth configuration"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Expected: Returns OAuth client_id, client_secret, endpoints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" cy="256032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DENIED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22219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Demo 2: Unauthorized Access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8229600" cy="457200"/>
          </a:xfrm>
          <a:prstGeom prst="rect">
            <a:avLst>
              <a:gd name="adj" fmla="val 6000"/>
            </a:avLst>
          </a:prstGeom>
          <a:solidFill>
            <a:srgbClr val="F8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87752"/>
            <a:ext cx="73152" cy="457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877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"Show me the user-service production database password"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Expected: Permission denied error from Vault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" cy="256032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74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DENIED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34564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Demo 3: Navigation Restriction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8229600" cy="457200"/>
          </a:xfrm>
          <a:prstGeom prst="rect">
            <a:avLst>
              <a:gd name="adj" fmla="val 6000"/>
            </a:avLst>
          </a:prstGeom>
          <a:solidFill>
            <a:srgbClr val="F8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22192"/>
            <a:ext cx="73152" cy="457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2219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"List all secrets in the infrastructure mount"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Expected: Only sees paths they have access 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0" y="228600"/>
            <a:ext cx="1828800" cy="411480"/>
          </a:xfrm>
          <a:prstGeom prst="rect">
            <a:avLst>
              <a:gd name="adj" fmla="val 4444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228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1FF"/>
                </a:solidFill>
              </a:rPr>
              <a:t>dba-admin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ALLOWED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9875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Demo 1: Database Access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457200"/>
          </a:xfrm>
          <a:prstGeom prst="rect">
            <a:avLst>
              <a:gd name="adj" fmla="val 6000"/>
            </a:avLst>
          </a:prstGeom>
          <a:solidFill>
            <a:srgbClr val="F8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53312"/>
            <a:ext cx="73152" cy="457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5331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"Show me all database credentials across services"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Expected: Returns database secrets from user-service, payment-service, etc.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" cy="256032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DENIED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22219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Demo 2: API Key Restriction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8229600" cy="457200"/>
          </a:xfrm>
          <a:prstGeom prst="rect">
            <a:avLst>
              <a:gd name="adj" fmla="val 6000"/>
            </a:avLst>
          </a:prstGeom>
          <a:solidFill>
            <a:srgbClr val="F8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87752"/>
            <a:ext cx="73152" cy="457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877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"What's the Stripe API key for production?"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Expected: Permission denied - DBA doesn't need payment API keys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" cy="256032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74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DENIED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34564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Demo 3: Infrastructure Boundary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8229600" cy="457200"/>
          </a:xfrm>
          <a:prstGeom prst="rect">
            <a:avLst>
              <a:gd name="adj" fmla="val 6000"/>
            </a:avLst>
          </a:prstGeom>
          <a:solidFill>
            <a:srgbClr val="F8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22192"/>
            <a:ext cx="73152" cy="457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2219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"Show me the AWS production credentials"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Expected: Permission denied - infrastructure secrets restricted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0" y="228600"/>
            <a:ext cx="1828800" cy="411480"/>
          </a:xfrm>
          <a:prstGeom prst="rect">
            <a:avLst>
              <a:gd name="adj" fmla="val 4444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228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61FF"/>
                </a:solidFill>
              </a:rPr>
              <a:t>security-analyst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ALLOWED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9875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Demo 1: Audit Access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457200"/>
          </a:xfrm>
          <a:prstGeom prst="rect">
            <a:avLst>
              <a:gd name="adj" fmla="val 6000"/>
            </a:avLst>
          </a:prstGeom>
          <a:solidFill>
            <a:srgbClr val="F8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53312"/>
            <a:ext cx="73152" cy="457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5331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"List all TLS certificates and their expiry dates"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Expected: Returns certificate information (read-only)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" cy="256032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DENIED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22219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Demo 2: Write Operation Blocked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8229600" cy="457200"/>
          </a:xfrm>
          <a:prstGeom prst="rect">
            <a:avLst>
              <a:gd name="adj" fmla="val 6000"/>
            </a:avLst>
          </a:prstGeom>
          <a:solidFill>
            <a:srgbClr val="F8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87752"/>
            <a:ext cx="73152" cy="457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877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"Delete the expired Snyk API token"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Expected: Permission denied - analyst has read-only access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" cy="256032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74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DENIED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34564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Demo 3: Cloud Credentials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8229600" cy="457200"/>
          </a:xfrm>
          <a:prstGeom prst="rect">
            <a:avLst>
              <a:gd name="adj" fmla="val 6000"/>
            </a:avLst>
          </a:prstGeom>
          <a:solidFill>
            <a:srgbClr val="F8F7FC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22192"/>
            <a:ext cx="73152" cy="457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2219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"Show me the AWS root credentials"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Expected: Permission denied - no cloud infrastructure access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Technical Deep Dive - Authorization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" cy="3200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User logs into Vault AI with their Vault token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2618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Token stored in browser sessionStorage only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320040" cy="3200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36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5179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User sends natural language request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7922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"Show me the production database password"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320040" cy="3200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66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0482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MCP Proxy receives request with user's token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32257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Forwards token in X-Vault-Token header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320040" cy="3200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968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786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Claude determines which Vault API calls to make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8529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GET /v1/applications/data/user-service/prod/database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320040" cy="3200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27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Vault evaluates request against user's policies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383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Policy check: Does token have 'read' on this path?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6393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Vault returns result OR 403 Forbidden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9136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AI assistant relays result to user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4297680"/>
            <a:ext cx="7315200" cy="411480"/>
          </a:xfrm>
          <a:prstGeom prst="rect">
            <a:avLst>
              <a:gd name="adj" fmla="val 11111"/>
            </a:avLst>
          </a:prstGeom>
          <a:solidFill>
            <a:srgbClr val="1C1C2E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token elevation. No policy bypass. No exceptions.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Security Architecture Principles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2E"/>
                </a:solidFill>
              </a:rPr>
              <a:t>Defense in Depth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6576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Browser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Token in sessionStorage only, cleared on close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Transport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HTTPS only, no token in URLs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MCP Proxy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53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Stateless, no token storage, pass-through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Vault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Policy enforcement, audit logging, token TTL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What the AI Cannot Do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39319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0876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Access secrets outside user's policy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Escalate privileges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Store or exfiltrate tokens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Bypass Vault's audit logging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Access other users' sessions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Audit &amp; Compliance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</a:rPr>
              <a:t>Every AI Operation is Logged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0" cy="2926080"/>
          </a:xfrm>
          <a:prstGeom prst="rect">
            <a:avLst>
              <a:gd name="adj" fmla="val 1563"/>
            </a:avLst>
          </a:prstGeom>
          <a:solidFill>
            <a:srgbClr val="1C1C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"request",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"auth": {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"policies":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["api-developer"],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"metadata": {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"username":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"api-developer"
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  },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"request": {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"path":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"applications/...",
</a:t>
            </a:r>
            <a:pPr indent="0" marL="0">
              <a:buNone/>
            </a:pPr>
            <a:r>
              <a:rPr lang="en-US" sz="1000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"operation":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"read"
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
</a:t>
            </a:r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"response": { "status": 403 }
</a:t>
            </a:r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</a:rPr>
              <a:t>Complete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4630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Who accessed what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When they accessed 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Whether it succeeded or failed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Which policy was applied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Full request/response details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3474720"/>
            <a:ext cx="3474720" cy="457200"/>
          </a:xfrm>
          <a:prstGeom prst="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Same audit trail as direct API access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Enterprise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834640" cy="3291840"/>
          </a:xfrm>
          <a:prstGeom prst="rect">
            <a:avLst>
              <a:gd name="adj" fmla="val 3226"/>
            </a:avLst>
          </a:prstGeom>
          <a:solidFill>
            <a:srgbClr val="F8F7F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2834640" cy="7315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1FF"/>
                </a:solidFill>
              </a:rPr>
              <a:t>For Security Teams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AI doesn't bypass existing Vault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Same audit trail as direct API 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No new attack surface introduced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Existing security controls respected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834640" cy="3291840"/>
          </a:xfrm>
          <a:prstGeom prst="rect">
            <a:avLst>
              <a:gd name="adj" fmla="val 3226"/>
            </a:avLst>
          </a:prstGeom>
          <a:solidFill>
            <a:srgbClr val="F8F7FC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005840"/>
            <a:ext cx="2834640" cy="7315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1FF"/>
                </a:solidFill>
              </a:rPr>
              <a:t>For Development Teams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Natural language access to authorized secrets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Faster onboarding - ask instead of navigate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Reduced friction while maintaining security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Context-aware assistance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834640" cy="3291840"/>
          </a:xfrm>
          <a:prstGeom prst="rect">
            <a:avLst>
              <a:gd name="adj" fmla="val 3226"/>
            </a:avLst>
          </a:prstGeom>
          <a:solidFill>
            <a:srgbClr val="F8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005840"/>
            <a:ext cx="2834640" cy="7315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1FF"/>
                </a:solidFill>
              </a:rPr>
              <a:t>For Compliance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Role-based access control enforced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Audit logs capture all AI operations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Token TTL limits exposure window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Full traceability for auditors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B61FF"/>
                </a:solidFill>
              </a:rPr>
              <a:t>Vault AI: Secure AI-Assisted Secrets Management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457200"/>
          </a:xfrm>
          <a:prstGeom prst="rect">
            <a:avLst>
              <a:gd name="adj" fmla="val 16000"/>
            </a:avLst>
          </a:prstGeom>
          <a:solidFill>
            <a:srgbClr val="2D2D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Natural Language Interface - Ask for secrets in plain English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4023360" cy="457200"/>
          </a:xfrm>
          <a:prstGeom prst="rect">
            <a:avLst>
              <a:gd name="adj" fmla="val 16000"/>
            </a:avLst>
          </a:prstGeom>
          <a:solidFill>
            <a:srgbClr val="2D2D44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645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Audit Trail - Every operation logged in Vault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457200"/>
          </a:xfrm>
          <a:prstGeom prst="rect">
            <a:avLst>
              <a:gd name="adj" fmla="val 16000"/>
            </a:avLst>
          </a:prstGeom>
          <a:solidFill>
            <a:srgbClr val="2D2D4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Policy Enforcement - AI inherits user's exact permissions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4023360" cy="457200"/>
          </a:xfrm>
          <a:prstGeom prst="rect">
            <a:avLst>
              <a:gd name="adj" fmla="val 16000"/>
            </a:avLst>
          </a:prstGeom>
          <a:solidFill>
            <a:srgbClr val="2D2D44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Session Isolation - Tokens scoped to browser session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9144000"/>
            <a:ext cx="4023360" cy="457200"/>
          </a:xfrm>
          <a:prstGeom prst="rect">
            <a:avLst>
              <a:gd name="adj" fmla="val 16000"/>
            </a:avLst>
          </a:prstGeom>
          <a:solidFill>
            <a:srgbClr val="2D2D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9144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9144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 Privilege Escalation - Token-based auth, no shortcuts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9144000"/>
            <a:ext cx="4023360" cy="457200"/>
          </a:xfrm>
          <a:prstGeom prst="rect">
            <a:avLst>
              <a:gd name="adj" fmla="val 16000"/>
            </a:avLst>
          </a:prstGeom>
          <a:solidFill>
            <a:srgbClr val="2D2D4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9144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9144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Audit Trail - Every operation logged in Vault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9144000"/>
            <a:ext cx="4023360" cy="457200"/>
          </a:xfrm>
          <a:prstGeom prst="rect">
            <a:avLst>
              <a:gd name="adj" fmla="val 16000"/>
            </a:avLst>
          </a:prstGeom>
          <a:solidFill>
            <a:srgbClr val="2D2D44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9144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9144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Session Isolation - Tokens scoped to browser session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9144000"/>
            <a:ext cx="4023360" cy="457200"/>
          </a:xfrm>
          <a:prstGeom prst="rect">
            <a:avLst>
              <a:gd name="adj" fmla="val 16000"/>
            </a:avLst>
          </a:prstGeom>
          <a:solidFill>
            <a:srgbClr val="2D2D44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9144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9144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Enterprise Ready - Built for production environments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Quick Reference - Token Regeneration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Regenerate Single Token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6576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4114800" cy="1280160"/>
          </a:xfrm>
          <a:prstGeom prst="rect">
            <a:avLst>
              <a:gd name="adj" fmla="val 3571"/>
            </a:avLst>
          </a:prstGeom>
          <a:solidFill>
            <a:srgbClr val="1C1C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Vault address
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VAULT_ADDR=http://localhost:8200
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new token
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 write -field=token \
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auth/userpass/login/api-developer \
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password=demo-password-123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Regenerate All Tokens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931920" cy="36576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246120"/>
            <a:ext cx="4114800" cy="640080"/>
          </a:xfrm>
          <a:prstGeom prst="rect">
            <a:avLst>
              <a:gd name="adj" fmla="val 7143"/>
            </a:avLst>
          </a:prstGeom>
          <a:solidFill>
            <a:srgbClr val="1C1C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91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./scripts/setup-demo-users.sh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scripts/demo-tokens.env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</a:rPr>
              <a:t>Demo Credentials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3931920" cy="36576"/>
          </a:xfrm>
          <a:prstGeom prst="rect">
            <a:avLst/>
          </a:prstGeom>
          <a:solidFill>
            <a:srgbClr val="7B61F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393192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Username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Password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B61FF"/>
                          </a:solidFill>
                        </a:rPr>
                        <a:t>api-developer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demo-password-123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B61FF"/>
                          </a:solidFill>
                        </a:rPr>
                        <a:t>dba-admin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demo-password-123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B61FF"/>
                          </a:solidFill>
                        </a:rPr>
                        <a:t>security-analyst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demo-password-123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B61FF"/>
                          </a:solidFill>
                        </a:rPr>
                        <a:t>devops-engineer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demo-password-123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B61FF"/>
                          </a:solidFill>
                        </a:rPr>
                        <a:t>platform-engineer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demo-password-123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Vault AI - RBAC Demo</dc:title>
  <dc:subject>PptxGenJS Presentation</dc:subject>
  <dc:creator>Vault AI Team</dc:creator>
  <cp:lastModifiedBy>Vault AI Team</cp:lastModifiedBy>
  <cp:revision>1</cp:revision>
  <dcterms:created xsi:type="dcterms:W3CDTF">2026-01-20T01:19:16Z</dcterms:created>
  <dcterms:modified xsi:type="dcterms:W3CDTF">2026-01-20T01:19:16Z</dcterms:modified>
</cp:coreProperties>
</file>